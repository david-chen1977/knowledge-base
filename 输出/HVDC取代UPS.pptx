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B89A6A"/>
                </a:solidFill>
                <a:latin typeface="Microsoft YaHei"/>
              </a:defRPr>
            </a:pPr>
            <a:r>
              <a:t>HVDC取代UPS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AIDC供电架构千亿替换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89A6A"/>
                </a:solidFill>
                <a:latin typeface="Microsoft YaHei"/>
              </a:defRPr>
            </a:pPr>
            <a:r>
              <a:t>2026转折年 · 从变压器到配电柜的受益链条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核心观点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2026年是HVDC产业化元年，2027年是规模出货分水岭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中国HVDC市场2030年超800亿元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00000"/>
                </a:solidFill>
                <a:latin typeface="Microsoft YaHei"/>
              </a:defRPr>
            </a:pPr>
            <a:r>
              <a:t>CAGR 122%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海外HVDC市场2030年超1400亿元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00000"/>
                </a:solidFill>
                <a:latin typeface="Microsoft YaHei"/>
              </a:defRPr>
            </a:pPr>
            <a:r>
              <a:t>CAGR 170%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全球SST市场2030年超1000亿元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最肥环节：HVDC电源系统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120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00000"/>
                </a:solidFill>
                <a:latin typeface="Microsoft YaHei"/>
              </a:defRPr>
            </a:pPr>
            <a:r>
              <a:t>中恒电气31%市占率 第一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为什么UPS被取代？三重物理极限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效率极限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UPS 92-94% → HVDC 96-98%</a:t>
            </a:r>
            <a:br/>
            <a:r>
              <a:t>多级AC-DC-AC-DC损耗叠加</a:t>
            </a:r>
            <a:br/>
            <a:r>
              <a:t>实际负载不足时仅85%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空间极限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GB300用8个电源架占64U空间</a:t>
            </a:r>
            <a:br/>
            <a:r>
              <a:t>800V系统可在1个机架内完成</a:t>
            </a:r>
            <a:br/>
            <a:r>
              <a:t>空间利用率提升80%+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铜耗极限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1MW机架54V需200kg铜缆</a:t>
            </a:r>
            <a:br/>
            <a:r>
              <a:t>800V可减少45%铜用量</a:t>
            </a:r>
            <a:br/>
            <a:r>
              <a:t>1GW数据中心省铜22.5万吨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0000"/>
                </a:solidFill>
                <a:latin typeface="Microsoft YaHei"/>
              </a:defRPr>
            </a:pPr>
            <a:r>
              <a:t>结论：54V DC在100kW+已到物理极限，800V HVDC是唯一可行路径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AI算力爆发驱动供电革命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GPU功耗持续攀升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H100 700W → Blackwell 1200W → Rubin 2000W+</a:t>
            </a:r>
            <a:br/>
            <a:r>
              <a:t>单机架：65kW(2024)→120kW(2026)→1MW(2028)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全球数据中心IT负载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49GW(2023) → 96GW(2026) → ~150GW(2030)</a:t>
            </a:r>
            <a:br/>
            <a:r>
              <a:t>年复合增速25%+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英伟达一锤定音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2025年白皮书明确800VDC路线</a:t>
            </a:r>
            <a:br/>
            <a:r>
              <a:t>2027年Kyber机架全面转向800V</a:t>
            </a:r>
            <a:br/>
            <a:r>
              <a:t>全行业集体押注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行业共识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不仅是技术升级，更是物理规律驱动的</a:t>
            </a:r>
            <a:br/>
            <a:r>
              <a:t>不可逆产业变革</a:t>
            </a:r>
            <a:br/>
            <a:r>
              <a:t>全产业链协同推进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800V HVDC方案核心优势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UPS 92-94% → HVDC 96-98%</a:t>
            </a:r>
            <a:br/>
            <a:r>
              <a:t>减少2级转换</a:t>
            </a:r>
            <a:br/>
            <a:r>
              <a:t>单个机架年省电费数十万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铜耗减少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200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减少45%铜用量</a:t>
            </a:r>
            <a:br/>
            <a:r>
              <a:t>降低导体损耗</a:t>
            </a:r>
            <a:br/>
            <a:r>
              <a:t>释放机架空间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TCO降低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286000"/>
            <a:ext cx="3200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总拥有成本降低30%</a:t>
            </a:r>
            <a:br/>
            <a:r>
              <a:t>维护成本降低70%</a:t>
            </a:r>
            <a:br/>
            <a:r>
              <a:t>设备寿命延长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关键数字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800VDC覆盖增量容量</a:t>
            </a:r>
            <a:br/>
            <a:r>
              <a:t>39GW by 2030</a:t>
            </a:r>
            <a:br/>
            <a:r>
              <a:t>(SemiAnalysis)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3891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B89A6A"/>
                </a:solidFill>
                <a:latin typeface="Microsoft YaHei"/>
              </a:defRPr>
            </a:pPr>
            <a:r>
              <a:t>$24B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02920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电源侧柜+SST</a:t>
            </a:r>
            <a:br/>
            <a:r>
              <a:t>2030年组合TAM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3891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B89A6A"/>
                </a:solidFill>
                <a:latin typeface="Microsoft YaHei"/>
              </a:defRPr>
            </a:pPr>
            <a: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02920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系统能效提升</a:t>
            </a:r>
            <a:br/>
            <a:r>
              <a:t>全生命周期收益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市场规模：三大市场交叉验证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中国HVDC市场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2030年超800亿元</a:t>
            </a:r>
            <a:br/>
            <a:r>
              <a:t>CAGR 122%</a:t>
            </a:r>
            <a:br/>
            <a:r>
              <a:t>东吴证券测算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海外HVDC市场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2030年超1400亿元</a:t>
            </a:r>
            <a:br/>
            <a:r>
              <a:t>CAGR 170%</a:t>
            </a:r>
            <a:br/>
            <a:r>
              <a:t>东吴证券测算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全球SST市场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2030年超1000亿元</a:t>
            </a:r>
            <a:br/>
            <a:r>
              <a:t>终态方案</a:t>
            </a:r>
            <a:br/>
            <a:r>
              <a:t>SemiAnalysis口径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全球数据中心电源系统总盘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$21.5B(2025) → $56.5B(2034)  CAGR 16.2%</a:t>
            </a:r>
            <a:br/>
            <a:r>
              <a:t>其中AIDC HVDC细分从$1.53B→$4.59B(2035) CAGR 11.6%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技术演进：四阶段路线图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2026-2027</a:t>
            </a:r>
            <a:br/>
            <a:r>
              <a:t>白空间改造</a:t>
            </a:r>
            <a:br/>
            <a:r>
              <a:t>HVDC电源侧柜增量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459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2027-2028</a:t>
            </a:r>
            <a:br/>
            <a:r>
              <a:t>800V原生计算</a:t>
            </a:r>
            <a:br/>
            <a:r>
              <a:t>BBU+超级电容替代UPS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2028-2029</a:t>
            </a:r>
            <a:br/>
            <a:r>
              <a:t>设施级800VDC</a:t>
            </a:r>
            <a:br/>
            <a:r>
              <a:t>配电体系成型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28600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2029+</a:t>
            </a:r>
            <a:br/>
            <a:r>
              <a:t>SST终态</a:t>
            </a:r>
            <a:br/>
            <a:r>
              <a:t>全面替代工频变压器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标志性事件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NV Rubin Ultra 2027量产</a:t>
            </a:r>
            <a:br/>
            <a:r>
              <a:t>→ 800V HVDC规模出货起点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HVDC渗透率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2920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2025:18% → 2026:20%+（临界点）</a:t>
            </a:r>
            <a:br/>
            <a:r>
              <a:t>2027:显著提升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技术路线：国内 vs 海外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国内路线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240/336V模块化HVDC</a:t>
            </a:r>
            <a:br/>
            <a:r>
              <a:t>+ 巴拿马电源（阿里/腾讯主导）</a:t>
            </a:r>
            <a:br/>
            <a:r>
              <a:t>系统效率97.5%</a:t>
            </a:r>
            <a:br/>
            <a:r>
              <a:t>巴拿马CAPEX降幅显著</a:t>
            </a:r>
            <a:br/>
            <a:r>
              <a:t>800V产品研发中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海外路线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直接800V（英伟达主导）</a:t>
            </a:r>
            <a:br/>
            <a:r>
              <a:t>+ ±400V过渡（Google/Meta）</a:t>
            </a:r>
            <a:br/>
            <a:r>
              <a:t>台达首款800V机柜2026Q4交付</a:t>
            </a:r>
            <a:br/>
            <a:r>
              <a:t>NV Kyber 2027量产</a:t>
            </a:r>
            <a:br/>
            <a:r>
              <a:t>Sidecar方案 + 独立电源柜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终局：SST固态变压器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SiC/GaN高频开关替代工频变压器 | 体积缩小80% | 效率98%+ | 双向功率流动 | 绿电直接接入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受益链条全景：三层价值分布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0000"/>
                </a:solidFill>
                <a:latin typeface="Microsoft YaHei"/>
              </a:defRPr>
            </a:pPr>
            <a:r>
              <a:t>第1层：HVDC电源系统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中恒电气(31%) 维谛(25%) 华为(22%)</a:t>
            </a:r>
            <a:br/>
            <a:r>
              <a:t>科华数据(12%) 麦格米特 科士达</a:t>
            </a:r>
            <a:br/>
            <a:r>
              <a:t>阳光电源 禾望电气 盛弘股份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利润占比: ~50-55%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毛利率35-45%  壁垒最高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第2层：变压器/SST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移相变：伊戈尔</a:t>
            </a:r>
            <a:br/>
            <a:r>
              <a:t>AIDC变：金盘科技</a:t>
            </a:r>
            <a:br/>
            <a:r>
              <a:t>SST：四方股份 中国西电</a:t>
            </a:r>
            <a:br/>
            <a:r>
              <a:t>高频变：新特电气 京泉华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利润占比: ~25-30%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毛利率25-35%  中高壁垒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第3层：元器件/配电柜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SiC/GaN：TI 英飞凌 Navitas</a:t>
            </a:r>
            <a:br/>
            <a:r>
              <a:t>整流模块：通合科技</a:t>
            </a:r>
            <a:br/>
            <a:r>
              <a:t>高压DCDC：台达 Flex</a:t>
            </a:r>
            <a:br/>
            <a:r>
              <a:t>配电柜：施耐德 ABB 伊顿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利润占比: ~15-20%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120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毛利率15-25% 中壁垒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最肥环节：HVDC电源系统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中恒电气 002364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国内HVDC市占率31% 第1</a:t>
            </a:r>
            <a:br/>
            <a:r>
              <a:t>国家标准制定者</a:t>
            </a:r>
            <a:br/>
            <a:r>
              <a:t>深度绑定阿里/腾讯/三大运营商</a:t>
            </a:r>
            <a:br/>
            <a:r>
              <a:t>巴拿马电源首创者</a:t>
            </a:r>
            <a:br/>
            <a:r>
              <a:t>240V/336V/800V全系列</a:t>
            </a:r>
            <a:br/>
            <a:r>
              <a:t>宁德时代41亿战略投资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行业格局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CR3=72%（中恒31%+维谛25%+华为22%）</a:t>
            </a:r>
            <a:br/>
            <a:r>
              <a:t>进入壁垒：3年+稳定运营记录</a:t>
            </a:r>
            <a:br/>
            <a:r>
              <a:t>客户黏性极强</a:t>
            </a:r>
            <a:br/>
            <a:r>
              <a:t>寡头垄断格局已成型</a:t>
            </a:r>
            <a:br/>
            <a:r>
              <a:t>新进入者极难突破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为什么最肥？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标准化程度最低 + 客户黏性最强 + 国产替代空间最大 + 毛利率最高(35-45%)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89A6A"/>
                </a:solidFill>
                <a:latin typeface="Microsoft YaHei"/>
              </a:defRPr>
            </a:pPr>
            <a:r>
              <a:t>第二层：变压器/SST——确定性方向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伊戈尔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移相变压器龙头</a:t>
            </a:r>
            <a:br/>
            <a:r>
              <a:t>巴拿马电源核心部件</a:t>
            </a:r>
            <a:br/>
            <a:r>
              <a:t>受益国内HVDC放量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金盘科技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AIDC变压器领军</a:t>
            </a:r>
            <a:br/>
            <a:r>
              <a:t>订单排到2027年</a:t>
            </a:r>
            <a:br/>
            <a:r>
              <a:t>国内+海外双轮驱动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463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四方股份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SST进度国内领先</a:t>
            </a:r>
            <a:br/>
            <a:r>
              <a:t>电力电子积累深厚</a:t>
            </a:r>
            <a:br/>
            <a:r>
              <a:t>产业化进程加速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中国西电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特高压变压器龙头</a:t>
            </a:r>
            <a:br/>
            <a:r>
              <a:t>西电电力电子SST</a:t>
            </a:r>
            <a:br/>
            <a:r>
              <a:t>央企资源+技术积累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新特电气 京泉华 可立克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206240"/>
            <a:ext cx="3657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高频变压器核心供应商</a:t>
            </a:r>
            <a:br/>
            <a:r>
              <a:t>SST放量后弹性最大</a:t>
            </a:r>
            <a:br/>
            <a:r>
              <a:t>受益于高频化趋势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SST时间线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2027H2开始放量 → 2029-2030成为AIDC柜外电源主流 → 全球市场超1000亿元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89A6A"/>
                </a:solidFill>
                <a:latin typeface="Microsoft YaHei"/>
              </a:defRPr>
            </a:pPr>
            <a:r>
              <a:t>第三层：元器件——量的逻辑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功率半导体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SiC/GaN成为必选项</a:t>
            </a:r>
            <a:br/>
            <a:r>
              <a:t>SiC：1000V+高压场景</a:t>
            </a:r>
            <a:br/>
            <a:r>
              <a:t>GaN：650V以下机架内转换</a:t>
            </a:r>
            <a:br/>
            <a:r>
              <a:t>TI/Infineon/Navitas/Rohm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高压DC/DC模块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800V→50V砖块电源</a:t>
            </a:r>
            <a:br/>
            <a:r>
              <a:t>壁垒最高 毛利率最厚</a:t>
            </a:r>
            <a:br/>
            <a:r>
              <a:t>台达核心供应商</a:t>
            </a:r>
            <a:br/>
            <a:r>
              <a:t>国产替代空间最大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463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配电柜/断路器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800V直流配电柜新品</a:t>
            </a:r>
            <a:br/>
            <a:r>
              <a:t>施耐德/ABB/伊顿加速布局</a:t>
            </a:r>
            <a:br/>
            <a:r>
              <a:t>直流断路器门槛高</a:t>
            </a:r>
            <a:br/>
            <a:r>
              <a:t>EPEC已推出量产产品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整流模块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通合科技：通信电源模块龙头</a:t>
            </a:r>
            <a:br/>
            <a:r>
              <a:t>延展至HVDC整流模块</a:t>
            </a:r>
            <a:br/>
            <a:r>
              <a:t>受益240V/336V HVDC放量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2062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高频磁性器件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7548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京泉华 可立克</a:t>
            </a:r>
            <a:br/>
            <a:r>
              <a:t>SST+高频电源模块</a:t>
            </a:r>
            <a:br/>
            <a:r>
              <a:t>用量大幅增长</a:t>
            </a:r>
            <a:br/>
            <a:r>
              <a:t>国产替代正在进行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89A6A"/>
                </a:solidFill>
                <a:latin typeface="Microsoft YaHei"/>
              </a:defRPr>
            </a:pPr>
            <a:r>
              <a:t>竞争格局：一超多强，寡头锁定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中恒电气 31%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国家标准制定者 | BAT深度绑定 | 宁德战略投资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维谛25%  华为22%  科华12%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00000"/>
                </a:solidFill>
                <a:latin typeface="Microsoft YaHei"/>
              </a:defRPr>
            </a:pPr>
            <a:r>
              <a:t>CR3=72% | 新进入者极难突破3年验证期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出海新势力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中恒电气：新加坡子公司+SuperX合资+施耐德合作</a:t>
            </a:r>
            <a:br/>
            <a:r>
              <a:t>麦格米特：进入英伟达AI电源供应链</a:t>
            </a:r>
            <a:br/>
            <a:r>
              <a:t>科士达：海外营收52%，Q2-Q3推800V新品</a:t>
            </a:r>
            <a:br/>
            <a:r>
              <a:t>科华数据：ODM进入北美CSP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跨界竞争（新变量）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阳光电源：光伏逆变器技术同源→HVDC+SST</a:t>
            </a:r>
            <a:br/>
            <a:r>
              <a:t>德业股份：布局SST，目标数据中心+微电网</a:t>
            </a:r>
            <a:br/>
            <a:r>
              <a:t>四方股份：电力电子积淀深厚→SST先行者</a:t>
            </a:r>
            <a:br/>
            <a:r>
              <a:t>宁德时代：41亿投资中恒=电池+电力电子一体化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投资逻辑：最肥环节判断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优先级排序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HVDC电源系统 &gt; SST/变压器 &gt; 元器件/配电柜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核心逻辑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最肥环节：标准化最低 + 客户黏性最强 + 国产替代空间最大 + 毛利率最高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时间节奏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058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2026：主题投资（渗透率突破20%临界点）</a:t>
            </a:r>
            <a:br/>
            <a:r>
              <a:t>2027：业绩兑现（NV Rubin量产+800V出货）</a:t>
            </a:r>
            <a:br/>
            <a:r>
              <a:t>2028-2030：成长投资（SST+全直流化放量）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核心标的速览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0000"/>
                </a:solidFill>
                <a:latin typeface="Microsoft YaHei"/>
              </a:defRPr>
            </a:pPr>
            <a:r>
              <a:t>HVDC电源（最肥）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中恒电气  |  国内HVDC第一 |  31%份额  BAT深度绑定  |  2026-2030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科华数据  |  UPS龙头转型  |  已获头部云厂商订单  切入北美  |  2026-2028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麦格米特  |  NV AI电源链  |  800V HVDC已进入  海外成熟  |  2027-2030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科士达  |  海外营收52%  |  Q2-Q3推800V新品  ODM出海  |  2026-2028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SST/变压器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四方股份  |  SST进度国内领先  |  电力电子积累  |  2027-2030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伊戈尔  |  移相变压器龙头  |  巴拿马核心部件  |  2026-2028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中国西电  |  特高压龙头  |  SST子公司  |  2028-2030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元器件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4572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通合科技(整流模块)</a:t>
            </a:r>
            <a:br/>
            <a:r>
              <a:t>京泉华/可立克(高频变)</a:t>
            </a:r>
            <a:br/>
            <a:r>
              <a:t>阳光电源(SST+HVDC)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风险提示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技术落地风险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800V安全标准尚未统一</a:t>
            </a:r>
            <a:br/>
            <a:r>
              <a:t>直流拉弧风险技术挑战</a:t>
            </a:r>
            <a:br/>
            <a:r>
              <a:t>IEC标准2027年正式实施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供应链风险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高端SiC器件产能受限</a:t>
            </a:r>
            <a:br/>
            <a:r>
              <a:t>国产衬底自给率仅37%</a:t>
            </a:r>
            <a:br/>
            <a:r>
              <a:t>宽禁带材料瓶颈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路线分流风险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±400V分流800V市场</a:t>
            </a:r>
            <a:br/>
            <a:r>
              <a:t>48V架构仍有优化空间</a:t>
            </a:r>
            <a:br/>
            <a:r>
              <a:t>行业标准尚未收敛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周期风险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AI资本开支周期波动</a:t>
            </a:r>
            <a:br/>
            <a:r>
              <a:t>电网投资节奏不确定</a:t>
            </a:r>
            <a:br/>
            <a:r>
              <a:t>电力设备竞争加剧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结论：2026年是HVDC产业化元年，2027年是规模出货分水岭。看好HVDC电源系统&gt;变压器/SST&gt;元器件的受益顺序。但需关注技术标准落地节奏和供应链瓶颈。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