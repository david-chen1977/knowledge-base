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3291840"/>
            <a:ext cx="6702552" cy="1828"/>
          </a:xfrm>
          <a:prstGeom prst="rect">
            <a:avLst/>
          </a:prstGeom>
          <a:noFill/>
          <a:ln w="25400">
            <a:solidFill>
              <a:srgbClr val="B89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B89A6A"/>
                </a:solidFill>
                <a:latin typeface="Microsoft YaHei"/>
              </a:defRPr>
            </a:pPr>
            <a:r>
              <a:t>算力进了能源的局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十五五能源规划×算电协同：投资视角的解读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89A6A"/>
                </a:solidFill>
                <a:latin typeface="Microsoft YaHei"/>
              </a:defRPr>
            </a:pPr>
            <a:r>
              <a:t>陈道雷  |  2026年6月28日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377440"/>
            <a:ext cx="73152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89A6A"/>
                </a:solidFill>
                <a:latin typeface="Microsoft YaHei"/>
              </a:defRPr>
            </a:pPr>
            <a:r>
              <a:t>一个历史性的变化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2026年6月25日，《新型能源体系建设「十五五」规划》发布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算力首次作为独立主体，写入国家级能源规划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89A6A"/>
                </a:solidFill>
                <a:latin typeface="Microsoft YaHei"/>
              </a:defRPr>
            </a:pPr>
            <a:r>
              <a:t>不是「数据中心」，不是「信息产业」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89A6A"/>
                </a:solidFill>
                <a:latin typeface="Microsoft YaHei"/>
              </a:defRPr>
            </a:pPr>
            <a:r>
              <a:t>是和钢铁、化工、交通并列的高载能产业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1371600"/>
            <a:ext cx="1828" cy="2286000"/>
          </a:xfrm>
          <a:prstGeom prst="rect">
            <a:avLst/>
          </a:prstGeom>
          <a:noFill/>
          <a:ln w="12700">
            <a:solidFill>
              <a:srgbClr val="B89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89A6A"/>
                </a:solidFill>
                <a:latin typeface="Microsoft YaHei"/>
              </a:defRPr>
            </a:pPr>
            <a:r>
              <a:t>算力用电：从1700亿到8000亿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2025年实际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1,700亿 kWh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89A6A"/>
                </a:solidFill>
                <a:latin typeface="Microsoft YaHei"/>
              </a:defRPr>
            </a:pPr>
            <a:r>
              <a:t>占全社会用电 1.6%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2030年预测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8,000亿 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89A6A"/>
                </a:solidFill>
                <a:latin typeface="Microsoft YaHei"/>
              </a:defRPr>
            </a:pPr>
            <a:r>
              <a:t>占全社会用电 6.0%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国家枢纽节点用电近三年平均增长 39.5%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0000"/>
                </a:solidFill>
                <a:latin typeface="Microsoft YaHei"/>
              </a:defRPr>
            </a:pPr>
            <a:r>
              <a:t>2030年算力用电 ≈ 全国居民生活用电的 57%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" cy="914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89A6A"/>
                </a:solidFill>
                <a:latin typeface="Microsoft YaHei"/>
              </a:defRPr>
            </a:pPr>
            <a:r>
              <a:t>规划的两处关键改动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▸ 产业协同布局（第二章）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算力与电解铝、钢铁并列高载能产业，引导向能源富集地区布局。西部可再生能源基地+算力中心的组合，从「一事一议」变成「制度安排」。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▸ 绿电直连（第四章）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688号文成果上升为五年规划级别的制度安排。「算力中心绿电直连示范工程」列为专栏3重点工程。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89A6A"/>
                </a:solidFill>
                <a:latin typeface="Microsoft YaHei"/>
              </a:defRPr>
            </a:pPr>
            <a:r>
              <a:t>大唐中卫：样本项目的三个看点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0000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200万千瓦风光储一体化直供数据中心 度电成本 &lt; 0.25元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914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0000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83464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搭建「算力+储能+虚拟电厂」综合能源系统 数据中心从「成本中心」变「利润中心」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914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0000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206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西迁算力的经济模型：0.25元→重构AI推理边缘部署可行边界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89A6A"/>
                </a:solidFill>
                <a:latin typeface="Microsoft YaHei"/>
              </a:defRPr>
            </a:pPr>
            <a:r>
              <a:t>三个投资方向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数据中心虚拟电厂（VPP）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9A6A"/>
                </a:solidFill>
                <a:latin typeface="Microsoft YaHei"/>
              </a:defRPr>
            </a:pPr>
            <a:r>
              <a:t>UPS+柴油机+储能 &gt; 标准化响应产品 &gt; 参与现货市场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AI+电力交易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9A6A"/>
                </a:solidFill>
                <a:latin typeface="Microsoft YaHei"/>
              </a:defRPr>
            </a:pPr>
            <a:r>
              <a:t>现货日均96次报价，人工极限→AI策略降维打击，复合团队稀缺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算力中心节能技术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9A6A"/>
                </a:solidFill>
                <a:latin typeface="Microsoft YaHei"/>
              </a:defRPr>
            </a:pPr>
            <a:r>
              <a:t>液冷+高效UPS+余热回收，存量改造千亿市场，PE风格适配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89A6A"/>
                </a:solidFill>
                <a:latin typeface="Microsoft YaHei"/>
              </a:defRPr>
            </a:pPr>
            <a:r>
              <a:t>风险：需要持续观察的问题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▸ 配电网承载能力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2030年配电网需承载9亿千瓦分布式新能源，投资节奏能否跟上？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▸ 政策落地速度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跨省交易、网间结算、容量电价等细则决定「政策利好→真金白银」的距离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▸ 谁是最终买单方？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降下来的电费留在运营商还是传导到下游？算力价格弹性如何？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371600"/>
            <a:ext cx="5788152" cy="2103120"/>
          </a:xfrm>
          <a:prstGeom prst="rect">
            <a:avLst/>
          </a:prstGeom>
          <a:solidFill>
            <a:srgbClr val="2A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1371600"/>
            <a:ext cx="5788152" cy="45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89A6A"/>
                </a:solidFill>
                <a:latin typeface="Microsoft YaHei"/>
              </a:defRPr>
            </a:pPr>
            <a:r>
              <a:t>投资判断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算力进入能源规划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89A6A"/>
                </a:solidFill>
                <a:latin typeface="Microsoft YaHei"/>
              </a:defRPr>
            </a:pPr>
            <a:r>
              <a:t>是算电协同赛道资产重定价的起点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三件事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① 从「早期赛道」变为「制度驱动的成长赛道」——赛道存在性风险降低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② 投资视角从「项目思维」切换到「系统思维」——源网荷储全链条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③ 窗口期集中在明后两年——有验证案例的公司将快速拉开差距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6702552" cy="1828"/>
          </a:xfrm>
          <a:prstGeom prst="rect">
            <a:avLst/>
          </a:prstGeom>
          <a:noFill/>
          <a:ln w="25400">
            <a:solidFill>
              <a:srgbClr val="B89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B89A6A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陈道雷  |  公众号：算电协同研习社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免责声明：本文仅代表个人观点，不构成投资建议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