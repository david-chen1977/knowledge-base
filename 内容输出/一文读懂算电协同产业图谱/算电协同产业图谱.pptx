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217920"/>
            <a:ext cx="274320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0"/>
            <a:ext cx="7315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C3E50"/>
                </a:solidFill>
                <a:latin typeface="Microsoft YaHei"/>
              </a:defRPr>
            </a:pPr>
            <a:r>
              <a:t>一文读懂算电协同产业图谱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汇竑资本 · 研究出品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DC3C7"/>
                </a:solidFill>
                <a:latin typeface="Microsoft YaHei"/>
              </a:defRPr>
            </a:pPr>
            <a:r>
              <a:t>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4572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1440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1. 引言：算电协同为什么成为新基建</a:t>
            </a:r>
            <a:br/>
            <a:r>
              <a:t>2. 底层逻辑：三个错配与不可能三角</a:t>
            </a:r>
            <a:br/>
            <a:r>
              <a:t>3. 政策全景图：从政府工作报告到688号文</a:t>
            </a:r>
            <a:br/>
            <a:r>
              <a:t>4. 产业链全景图谱：上游设备/中游平台/下游应用</a:t>
            </a:r>
            <a:br/>
            <a:r>
              <a:t>5. 六大赛道深度拆解</a:t>
            </a:r>
            <a:br/>
            <a:r>
              <a:t>6. 标杆项目全国地图</a:t>
            </a:r>
            <a:br/>
            <a:r>
              <a:t>7. 投资机会图谱：PE/VC视角</a:t>
            </a:r>
            <a:br/>
            <a:r>
              <a:t>8. 风险与展望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引言：算电协同为什么成为新基建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底层逻辑：三个错配与不可能三角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政策全景图：从政府工作报告到688号文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产业链全景图谱：上游设备/中游平台/下游应用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六大赛道深度拆解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标杆项目全国地图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投资机会图谱：PE/VC视角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风险与展望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（待补充详细内容）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7315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4572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87552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📊 [object Object]</a:t>
            </a:r>
            <a:br/>
            <a:br/>
            <a:r>
              <a:t>📊 [object Object]</a:t>
            </a:r>
            <a:br/>
            <a:br/>
            <a:r>
              <a:t>📊 [object Object]</a:t>
            </a:r>
            <a:br/>
            <a:br/>
            <a:r>
              <a:t>📊 [object Object]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0248" y="3840480"/>
            <a:ext cx="365760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DC3C7"/>
                </a:solidFill>
                <a:latin typeface="Microsoft YaHei"/>
              </a:defRPr>
            </a:pPr>
            <a:r>
              <a:t>汇竑资本 · 共创绿色能源未来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