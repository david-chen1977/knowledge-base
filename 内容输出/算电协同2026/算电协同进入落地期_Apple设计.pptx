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91440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算电协同进入落地期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从算力用户的需求倒推，投资机会在哪里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关于算电协同的讨论大多围绕供给侧——但很少有人问：算力用户到底需要什么？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算力贵不贵？—— 电费占数据中心运营成本 30-60%</a:t>
            </a:r>
          </a:p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响应快不快？—— 训练可等20ms，推理必须&lt;10ms</a:t>
            </a:r>
          </a:p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供应链稳不稳？—— 停电一次，损失数十万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这三件事，决定了算电协同所有策略选择的底层逻辑。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三类算力负载 → 三种选址逻辑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AI训练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时延容忍 &gt;20ms</a:t>
            </a:r>
            <a:br/>
            <a:r>
              <a:t>成本极度敏感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西部能源富集区</a:t>
            </a:r>
            <a:br/>
            <a:r>
              <a:t>电价 0.2-0.3元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63040"/>
            <a:ext cx="347472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474720" cy="54864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在线推理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时延敏感 &lt;10ms</a:t>
            </a:r>
            <a:br/>
            <a:r>
              <a:t>需要靠近用户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Helvetica Neue"/>
                <a:ea typeface="PingFang SC"/>
              </a:defRPr>
            </a:pPr>
            <a:r>
              <a:t>一线城市/区域中心</a:t>
            </a:r>
            <a:br/>
            <a:r>
              <a:t>分布式部署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347472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463040"/>
            <a:ext cx="3474720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离线批量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中度时延 50-100ms</a:t>
            </a:r>
            <a:br/>
            <a:r>
              <a:t>成本敏感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500"/>
                </a:solidFill>
                <a:latin typeface="Helvetica Neue"/>
                <a:ea typeface="PingFang SC"/>
              </a:defRPr>
            </a:pPr>
            <a:r>
              <a:t>电价低+网络好的</a:t>
            </a:r>
            <a:br/>
            <a:r>
              <a:t>地区均可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核心洞察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同一家AI公司同时需要这三类算力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算电协同不是"选一个地方"的问题，</a:t>
            </a:r>
            <a:br/>
            <a:r>
              <a:t>是"建一张网"的问题。</a:t>
            </a:r>
            <a:br/>
            <a:br/>
            <a:r>
              <a:t>单一节点的成本最优 ≠ 全局最优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六个决策变量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从需求到选址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六个关键决策变量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37360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时延约束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不可妥协的硬限制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47472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1737360"/>
            <a:ext cx="137160" cy="13716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电费成本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TCO 而非仅电价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47472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737360"/>
            <a:ext cx="137160" cy="1371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绿电碳合规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从加分项到必选项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347472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114800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政府政策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正反两面都在影响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80"/>
            <a:ext cx="347472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4114800"/>
            <a:ext cx="137160" cy="13716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交付时间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最被低估的决策变量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347472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0" y="4114800"/>
            <a:ext cx="137160" cy="1371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供应链可靠性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最后一个，最致命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最被低估的变量：交付时间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新建智算中心 2-4年 vs AI算力需求年增长 50-80%——等不起。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474720" cy="228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存量机房改造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3-6个月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适合: 当前急需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474720" cy="228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分布式算力仓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1-3个月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适合: 即时响应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03120"/>
            <a:ext cx="3474720" cy="228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新建智算中心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2-4年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适合: 长期规划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存量改造有天花板，但"新建慢"不等于"新建没价值"——两者是时间维度上的互补。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三条落地路径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从变量到路径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路径一：西部集中式新建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时间定位：中长期（2-4年）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服务：长期战略 + 成本敏感的客户（大模型训练、科学计算）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优势：电价 0.2-0.3元/kWh、绿电 40%+、千P级可扩展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壁垒：数十亿级资本、政府关系（拿地+能耗指标）、绿电直供能力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客户逻辑：今天的紧迫用旧改解决，明后年的需求需要战略性基础设施承接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何时唯一选项：当需要千P级以上集群，存量建筑条件无法满足时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路径二：分布式边缘旧改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C759"/>
                </a:solidFill>
                <a:latin typeface="Helvetica Neue"/>
                <a:ea typeface="PingFang SC"/>
              </a:defRPr>
            </a:pPr>
            <a:r>
              <a:t>时间定位：短期（1-6个月交付）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服务：时延敏感 + 现在就要的用户（推理、自动驾驶、企业私有化）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优势：存量机房盘活，绕过新建审批，3-6个月交付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壁垒：存量机房资源获取能力、快速交付能力、本地运维网络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为何当前最活跃：AI需求增速远超新建周期，旧改填补供需缺口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远期灵活：未来新建节点投产后，旧改节点转向时延敏感负载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Helvetica Neue"/>
                <a:ea typeface="PingFang SC"/>
              </a:defRPr>
            </a:pPr>
            <a:r>
              <a:t>最适合 PE/VC 入场的路径——轻资产、可复制、有网络效应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路径三：存量改造升级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Helvetica Neue"/>
                <a:ea typeface="PingFang SC"/>
              </a:defRPr>
            </a:pPr>
            <a:r>
              <a:t>时间定位：中短期（3-6个月）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服务：已有资产提效（运营商自有数据中心、企业自建机房）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关键手段：气流组织优化（PUE 1.7→1.5，投资几乎为零）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液冷两条腿：半液冷适合存量改造（PUE 1.2），芯片级适合新建（PUE 1.05）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综合能源平台：风光储+绿电直连+AI调度，实现用电成本最低</a:t>
            </a:r>
          </a:p>
          <a:p>
            <a:pPr>
              <a:spcAft>
                <a:spcPts val="600"/>
              </a:spcAft>
              <a:defRPr sz="15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结论：投入产出比最高的路径，但天花板可视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500"/>
                </a:solidFill>
                <a:latin typeface="Helvetica Neue"/>
                <a:ea typeface="PingFang SC"/>
              </a:defRPr>
            </a:pPr>
            <a:r>
              <a:t>好生意，但不是大生意——适合作为生态能力补充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投资人视角：三条路径变现逻辑对比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西部集中式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834640" cy="3657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西部集中式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分布式边缘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834640" cy="3657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分布式边缘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存量改造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371600"/>
            <a:ext cx="2834640" cy="3657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存量改造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470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谁付费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82880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8470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AI公司/云厂商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8470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AI应用/企业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82880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8470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IDC运营商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24028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258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商业模式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24028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2585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算力租赁/托管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24028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22585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API零售/节点租赁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224028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2585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EPC/改造分成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651760"/>
            <a:ext cx="137160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6700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资本强度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265176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6700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极高（数十亿）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65176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26700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低（百万级）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265176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26700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低到中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0632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0815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利润率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06324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30815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06324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30815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中高（延迟溢价）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306324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30815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中（技术溢价）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474720"/>
            <a:ext cx="137160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4930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资产属性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347472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0" y="34930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重资产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47472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59" y="34930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轻资产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3474720"/>
            <a:ext cx="2834640" cy="38404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34930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项目制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88620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90448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退出通道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388620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0" y="390448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REITs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88620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59" y="390448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被收购/上市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3886200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0" y="390448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服务合同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综合判断：投资优先级排序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731520" cy="4572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分布式边缘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立即关注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推理需求爆发 + 存量盘活绕开审批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731520" cy="4572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西部集中式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C759"/>
                </a:solidFill>
                <a:latin typeface="Helvetica Neue"/>
                <a:ea typeface="PingFang SC"/>
              </a:defRPr>
            </a:pPr>
            <a:r>
              <a:t>布局，选对合作方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需求确定但门槛高，适合产业资本牵头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731520" cy="4572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存量改造服务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500"/>
                </a:solidFill>
                <a:latin typeface="Helvetica Neue"/>
                <a:ea typeface="PingFang SC"/>
              </a:defRPr>
            </a:pPr>
            <a:r>
              <a:t>选择性参与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收入确定但非高速赛道，作为生态补充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未来场景推演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AI时代 ≠ 互联网时代，技术迭代是指数级的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指数级变化 vs 线性思维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今天认为"超前"的规划，三年后可能不够用</a:t>
            </a:r>
          </a:p>
          <a:p>
            <a:pPr>
              <a:spcAft>
                <a:spcPts val="600"/>
              </a:spcAft>
              <a:defRPr sz="17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"过度建设"风险被高估，"建设不足"风险被低估</a:t>
            </a:r>
          </a:p>
          <a:p>
            <a:pPr>
              <a:spcAft>
                <a:spcPts val="600"/>
              </a:spcAft>
              <a:defRPr sz="17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技术迭代速度持续领先于物理世界的建设速度</a:t>
            </a:r>
          </a:p>
          <a:p>
            <a:pPr>
              <a:spcAft>
                <a:spcPts val="600"/>
              </a:spcAft>
              <a:defRPr sz="17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交付速度本身就是稀缺能力——6个月 &gt; 2年的"最优方案"</a:t>
            </a:r>
          </a:p>
          <a:p>
            <a:pPr>
              <a:spcAft>
                <a:spcPts val="600"/>
              </a:spcAft>
              <a:defRPr sz="17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基础设施从"成本中心"变成"战略瓶颈"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不要用"泡沫"框架去理解AI算力基础设施投资。</a:t>
            </a:r>
            <a:br/>
            <a:r>
              <a:t>需要警惕的不是泡沫，而是用线性思维做指数级世界的决策。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  <a:latin typeface="Helvetica Neue"/>
                <a:ea typeface="PingFang SC"/>
              </a:defRPr>
            </a:pPr>
            <a:r>
              <a:t>快速变化中的五个确定性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确定性1：算力总需求持续增长，增速可能超过大多数预测</a:t>
            </a:r>
          </a:p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确定性2：能源成为算力的最终瓶颈——电网扩容是物理限制</a:t>
            </a:r>
          </a:p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确定性3：基础设施交付速度越来越重要，快比优更有竞争力</a:t>
            </a:r>
          </a:p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确定性4：绿电和碳合规成为算力准入的门槛，不是锦上添花</a:t>
            </a:r>
          </a:p>
          <a:p>
            <a:pPr>
              <a:spcAft>
                <a:spcPts val="600"/>
              </a:spcAft>
              <a:defRPr sz="1600">
                <a:solidFill>
                  <a:srgbClr val="3A3A3C"/>
                </a:solidFill>
                <a:latin typeface="Helvetica Neue"/>
                <a:ea typeface="PingFang SC"/>
              </a:defRPr>
            </a:pPr>
            <a:r>
              <a:t>• 确定性5：跨越技术—工程—商业三层面的团队极度稀缺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  <a:latin typeface="Helvetica Neue"/>
                <a:ea typeface="PingFang SC"/>
              </a:defRPr>
            </a:pPr>
            <a:r>
              <a:t>旧改填补"等不起"的当下，新建承载"停不下来"的未来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2026.06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  <a:ea typeface="PingFang SC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  <a:ea typeface="PingFang SC"/>
              </a:defRPr>
            </a:pPr>
            <a:r>
              <a:t>陈道雷 | 汇竑资本 |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